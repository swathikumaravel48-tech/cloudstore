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12801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Deployment Using AWS S3 Cloud Storage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CloudStore: a responsive cloud storage service website with CI/CD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Swathi  |  B.Tech Information Technology  |  DLK Cloud Computing Internship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61872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143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and problem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26187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143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Concepts: static site, S3, CDN, CI/CD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084832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1965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and tech stack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08483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19659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calculator logic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907792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and accessibility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278892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290779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27889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and quality checks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6118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730752"/>
            <a:ext cx="402336" cy="40233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3611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GitHub Pages and AWS S3 design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61188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73075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9204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440680" y="36118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challenges, results, future scope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is a responsive static website for a cloud storage service concept. It has an interactive storage-plan calculator, monthly and yearly pricing, a how-it-works guide and an FAQ. It is built with plain HTML, CSS and JavaScript. A GitHub Actions pipeline validates, tests and deploys every change. The live site runs on GitHub Pages, and an AWS S3 + CloudFront hosting design is documented.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discount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474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4069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used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projects need a cheap, fast way to publish a website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servers need setup, patching and cost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uploads cause mistakes (e.g. Index.html vs index.html)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32004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static site for a cloud storage service concept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it on cloud storage with no server to manage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checks and deployment with CI/CD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 AWS S3 + CloudFront design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HTML, CSS and JS files. Same content for every visitor, no server-side code.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object storage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stores files as objects in buckets. Can serve them over HTTP as a website.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64008" cy="14173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(CloudFront)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the site at edge locations for speed and gives HTTPS.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1752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is validated, tested and deployed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vs Traditional Server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hosting (S3 / Pages)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and configure OS, web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files and enable 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Patching, monitoring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by 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extra servers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by the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Always-running machine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for storage and transfer, or 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apps with 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Portfolios, landing pages, docs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CloudStore Does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Storage-plan calculator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recommends a plan and price in real time.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toggle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yearly pricing with 20% yearly discount.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pricing, how-it-works guide and FAQ.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17520"/>
            <a:ext cx="64008" cy="14173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dark mode, keyboard accessible, custom 404 page.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vanilla JavaScript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frameworks, no build step; fast and simple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HTMLHint, Node.js syntax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 errors before deploy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Lighthouse 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Accessibility, SEO, performance, best practices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pipeline on every push to 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Pages (live); AWS S3 + CloudFront (design)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live hosting; cloud design documented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23444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cloudstore/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index.html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404.html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style.css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lighthouserc.json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.htmlhintrc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.github/workflows/deploy.yml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docs/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architecture.md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aws-s3-design/bucket-policy.json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3749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234440"/>
            <a:ext cx="64008" cy="14630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6636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files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6002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(page), style.css (design), script.js (calculator logic), 404.html (error page).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37760" y="2971800"/>
            <a:ext cx="37490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306324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6636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and docs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and Lighthouse configs, workflow file, architecture and S3 bucket policy.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Request Flow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site in a browser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06040" y="14630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0604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CDN: cache + HTTPS (design)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00600" y="14630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HTML, CSS, JS files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95160" y="146304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script.js locally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today: GitHub Pages serves the same files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S3 website endpoint behind CloudFront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server-side code, so nothing to patch or scale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Calculator Works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moves storage slider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084832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84832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script.js reads the value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03904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03904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it to a plan tier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22976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22976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614416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monthly or yearly (-20%)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42048" y="1463040"/>
            <a:ext cx="1508760" cy="1371600"/>
          </a:xfrm>
          <a:prstGeom prst="roundRect">
            <a:avLst>
              <a:gd name="adj" fmla="val 6667"/>
            </a:avLst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42048" y="15361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192024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shows plan and price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runs in the browser. No backend, no database, which is why a static host is enough.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and Accessibility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4173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adapts to phone, tablet and desktop screens.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support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adapt for users who prefer a dark theme.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accessible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Slider, toggle and links can be used without a mouse.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017520"/>
            <a:ext cx="64008" cy="14173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404 page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983480" y="33832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error page (error.html) instead of a raw error.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(GitHub Actions)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every push to main  (.github/workflows/deploy.yml)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64008" cy="20116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Validate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HTMLHint checks HTML; Node.js checks JavaScript syntax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645920"/>
            <a:ext cx="64008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Quality check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audits accessibility, best practices, SEO, performance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6517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645920"/>
            <a:ext cx="64008" cy="2011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Deploy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01168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GitHub Pages only if all checks pass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README badge shows "passing" and a broken change never goes live.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Gates: Lighthouse Scores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05840" y="1097280"/>
            <a:ext cx="1188720" cy="1188720"/>
          </a:xfrm>
          <a:prstGeom prst="ellipse">
            <a:avLst/>
          </a:prstGeom>
          <a:solidFill>
            <a:srgbClr val="E7F8EE"/>
          </a:solidFill>
          <a:ln w="508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17520" y="1097280"/>
            <a:ext cx="1188720" cy="1188720"/>
          </a:xfrm>
          <a:prstGeom prst="ellipse">
            <a:avLst/>
          </a:prstGeom>
          <a:solidFill>
            <a:srgbClr val="E7F8EE"/>
          </a:solidFill>
          <a:ln w="508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1097280"/>
            <a:ext cx="1188720" cy="1188720"/>
          </a:xfrm>
          <a:prstGeom prst="ellipse">
            <a:avLst/>
          </a:prstGeom>
          <a:solidFill>
            <a:srgbClr val="E7F8EE"/>
          </a:solidFill>
          <a:ln w="508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40880" y="1097280"/>
            <a:ext cx="1188720" cy="1188720"/>
          </a:xfrm>
          <a:prstGeom prst="ellipse">
            <a:avLst/>
          </a:prstGeom>
          <a:solidFill>
            <a:srgbClr val="E7F8EE"/>
          </a:solidFill>
          <a:ln w="508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40880" y="10972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29260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s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49040" y="29260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4904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94960" y="29260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94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40880" y="2926080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4088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s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3429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Index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PageSpeed Insights, Mobile, 21 Oct 2026, live GitHub Pages URL. HTMLHint also validates the HTML on every push.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Live vs AWS Design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747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Pages (live)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 + CloudFront (design)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Deployed, auto via Actions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Documented in docs/architecture.md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swathikumaravel48-tech.github.io/cloudstore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policy in docs/aws-s3-design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CloudFront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tier, needs AWS account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static files work on both. Only the hosting target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Hosting Steps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0972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S3 bucket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1664208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66420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index.html, style.css, script.js, error.html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231136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231136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static website hosting; set index and error document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2798064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7980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bucket policy for public read (GetObject)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364992"/>
            <a:ext cx="411480" cy="4114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364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3649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S3 website endpoint to test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931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CloudFront in front for HTTPS and caching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S3 Bucket Policy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2004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policy?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buckets are private by default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files must be readable by visitors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allows public read of objects only (s3:GetObject)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or delete access for the public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project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file kept in docs/aws-s3-design/bucket-policy.json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documented S3 design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only to a bucket that holds public site files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private data in that bucket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Solutions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name case: Index.html vs index.html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Renamed to lowercase index.html (hosts are case-sensitive)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AWS account or credit card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Deployed on free GitHub Pages as the live mirror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uploads were error-prone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validates and deploys on every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proof of 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HTMLHint and Lighthouse CI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Learnings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32004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responsive site with working calculator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validate, test, deploy pipeline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quality gate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S3 + CloudFront design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60020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and object storage concepts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naming is case-sensitive on cloud hosts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basics with GitHub Actions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and performance auditing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and Thank You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CloudStore | K. Swathi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8229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64008" cy="1920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002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real AWS S3 free tier and add CloudFront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with HTTPS (Route 53 / ACM)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Lighthouse scores and screenshots to README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to S3 from GitHub Actions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Questions?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github.com/swathikumaravel48-tech/cloudstore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Website Deployment Using AWS S3 Cloud Storage</dc:title>
  <dc:subject>PptxGenJS Presentation</dc:subject>
  <dc:creator>K. Swathi</dc:creator>
  <cp:lastModifiedBy>K. Swathi</cp:lastModifiedBy>
  <cp:revision>1</cp:revision>
  <dcterms:created xsi:type="dcterms:W3CDTF">2026-10-21T16:02:33Z</dcterms:created>
  <dcterms:modified xsi:type="dcterms:W3CDTF">2026-10-21T16:02:33Z</dcterms:modified>
</cp:coreProperties>
</file>